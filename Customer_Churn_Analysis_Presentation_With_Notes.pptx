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1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00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this presentation on Customer Churn Analysis. We will explore trends, insights, and actionable strategies to reduce customer churn and improve retention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Customer churn, or the loss of clients, significantly impacts revenue and customer lifetime value. Retaining existing customers is not only more cost-effective than acquiring new ones but also crucial for sustainable growth. By understanding churn drivers, we can design strategies that foster long-term loyalty.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focuses on analyzing customer churn through data visualization. It will highlight key metrics, drivers of churn, insights from the analysis, and strategies to mitigate churn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metrics from our analysis include:</a:t>
            </a:r>
          </a:p>
          <a:p>
            <a:r>
              <a:t>- Total Customers Analyzed: 10,000</a:t>
            </a:r>
          </a:p>
          <a:p>
            <a:r>
              <a:t>- Churn Rate: 18%</a:t>
            </a:r>
          </a:p>
          <a:p>
            <a:r>
              <a:t>- High-Risk Segments: Customers with low engagement</a:t>
            </a:r>
          </a:p>
          <a:p>
            <a:r>
              <a:t>- Average Monthly Spend: $75</a:t>
            </a:r>
          </a:p>
          <a:p>
            <a:r>
              <a:t>These metrics provide a foundational understanding of the scale and impact of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main drivers of churn identified are:</a:t>
            </a:r>
          </a:p>
          <a:p>
            <a:r>
              <a:t>- Low product engagement: Customers who don’t actively use the product are more likely to leave.</a:t>
            </a:r>
          </a:p>
          <a:p>
            <a:r>
              <a:t>- Negative customer support experiences: Unresolved issues lead to dissatisfaction.</a:t>
            </a:r>
          </a:p>
          <a:p>
            <a:r>
              <a:t>- Lack of personalized offers: Generic interactions fail to address individual needs.</a:t>
            </a:r>
          </a:p>
          <a:p>
            <a:r>
              <a:t>- Price sensitivity: Customers may leave if they feel the value doesn’t match the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From our analysis, the following insights were drawn:</a:t>
            </a:r>
          </a:p>
          <a:p>
            <a:r>
              <a:t>- Customers with high engagement have a 95% retention rate, emphasizing the need for engagement strategies.</a:t>
            </a:r>
          </a:p>
          <a:p>
            <a:r>
              <a:t>- 40% of churn occurs within the first three months, highlighting the importance of onboarding.</a:t>
            </a:r>
          </a:p>
          <a:p>
            <a:r>
              <a:t>- Customers interacting with support are more likely to churn if issues remain unresolved, stressing the need for efficient support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address churn, we recommend:</a:t>
            </a:r>
          </a:p>
          <a:p>
            <a:r>
              <a:t>- Proactive Engagement: Implement strategies like regular check-ins and personalized communication.</a:t>
            </a:r>
          </a:p>
          <a:p>
            <a:r>
              <a:t>- Customer Support Improvement: Enhance response times and focus on first-call resolutions.</a:t>
            </a:r>
          </a:p>
          <a:p>
            <a:r>
              <a:t>- Personalized Offers: Use data-driven insights to provide targeted discounts or loyalty rewards.</a:t>
            </a:r>
          </a:p>
          <a:p>
            <a:r>
              <a:t>- Early Warning Systems: Develop tools to identify churn risks early and act promptly.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reducing churn not only improves customer satisfaction and retention but also boosts revenue. By leveraging data-driven insights, organizations can implement actionable strategies to foster long-term loyalty and sustainable growth. Thank you for your attention, and I welcome any questions or discussions.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6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4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5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63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4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23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63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8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5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6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52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94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71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55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85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75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5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8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647114"/>
            <a:ext cx="6343672" cy="989849"/>
          </a:xfrm>
        </p:spPr>
        <p:txBody>
          <a:bodyPr/>
          <a:lstStyle/>
          <a:p>
            <a:pPr>
              <a:defRPr sz="3600"/>
            </a:pPr>
            <a:r>
              <a:rPr dirty="0"/>
              <a:t>Customer Churn Analysis</a:t>
            </a:r>
            <a:br>
              <a:rPr lang="en-US" dirty="0"/>
            </a:b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035F4-8C43-48E6-A867-B64322045617}"/>
              </a:ext>
            </a:extLst>
          </p:cNvPr>
          <p:cNvSpPr txBox="1"/>
          <p:nvPr/>
        </p:nvSpPr>
        <p:spPr>
          <a:xfrm>
            <a:off x="514328" y="544944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Presenter-</a:t>
            </a:r>
            <a:r>
              <a:rPr lang="en-IN" dirty="0" err="1"/>
              <a:t>Sumit</a:t>
            </a:r>
            <a:r>
              <a:rPr lang="en-IN" dirty="0"/>
              <a:t> Nerkar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815793" cy="3530600"/>
          </a:xfrm>
        </p:spPr>
        <p:txBody>
          <a:bodyPr/>
          <a:lstStyle/>
          <a:p>
            <a:pPr>
              <a:defRPr sz="2800"/>
            </a:pPr>
            <a:r>
              <a:rPr dirty="0"/>
              <a:t>This presentation examines customer churn trends using data visualization techniques.</a:t>
            </a:r>
          </a:p>
          <a:p>
            <a:pPr>
              <a:defRPr sz="2800"/>
            </a:pPr>
            <a:r>
              <a:rPr dirty="0"/>
              <a:t>It highlights key metrics, insights, and actionable recommendations to help mitigate customer churn.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696523" cy="3530600"/>
          </a:xfrm>
        </p:spPr>
        <p:txBody>
          <a:bodyPr>
            <a:normAutofit/>
          </a:bodyPr>
          <a:lstStyle/>
          <a:p>
            <a:pPr algn="just">
              <a:defRPr sz="2800"/>
            </a:pPr>
            <a:r>
              <a:rPr dirty="0"/>
              <a:t>High churn rates negatively impact customer lifetime value and revenue.</a:t>
            </a:r>
          </a:p>
          <a:p>
            <a:pPr algn="just">
              <a:defRPr sz="2800"/>
            </a:pPr>
            <a:r>
              <a:rPr dirty="0"/>
              <a:t>Retaining existing customers is more cost-effective than acquiring new ones.</a:t>
            </a:r>
          </a:p>
          <a:p>
            <a:pPr algn="just">
              <a:defRPr sz="2800"/>
            </a:pPr>
            <a:r>
              <a:rPr dirty="0"/>
              <a:t>Understanding the drivers of churn is crucial for designing effective retention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Total Customers Analyzed: 10,000</a:t>
            </a:r>
          </a:p>
          <a:p>
            <a:pPr>
              <a:defRPr sz="2800"/>
            </a:pPr>
            <a:r>
              <a:t>Churn Rate: 18%</a:t>
            </a:r>
          </a:p>
          <a:p>
            <a:pPr>
              <a:defRPr sz="2800"/>
            </a:pPr>
            <a:r>
              <a:t>High-Risk Segments: Customers with low engagement</a:t>
            </a:r>
          </a:p>
          <a:p>
            <a:pPr>
              <a:defRPr sz="2800"/>
            </a:pPr>
            <a:r>
              <a:t>Average Monthly Spend: $75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Churn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Low product engagement</a:t>
            </a:r>
          </a:p>
          <a:p>
            <a:pPr>
              <a:defRPr sz="2800"/>
            </a:pPr>
            <a:r>
              <a:t>Negative customer support experiences</a:t>
            </a:r>
          </a:p>
          <a:p>
            <a:pPr>
              <a:defRPr sz="2800"/>
            </a:pPr>
            <a:r>
              <a:t>Lack of personalized offers</a:t>
            </a:r>
          </a:p>
          <a:p>
            <a:pPr>
              <a:defRPr sz="2800"/>
            </a:pPr>
            <a:r>
              <a:t>Price sensitivity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800"/>
            </a:pPr>
            <a:r>
              <a:t>Customers with high engagement have a 95% retention rate.</a:t>
            </a:r>
          </a:p>
          <a:p>
            <a:pPr>
              <a:defRPr sz="2800"/>
            </a:pPr>
            <a:r>
              <a:t>40% of churn occurs within the first three months of onboarding.</a:t>
            </a:r>
          </a:p>
          <a:p>
            <a:pPr>
              <a:defRPr sz="2800"/>
            </a:pPr>
            <a:r>
              <a:t>Customers who interact with support are more likely to churn if their issues remain unresolved.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800"/>
            </a:pPr>
            <a:r>
              <a:t>Proactive Engagement: Implement strategies to boost customer interaction.</a:t>
            </a:r>
          </a:p>
          <a:p>
            <a:pPr>
              <a:defRPr sz="2800"/>
            </a:pPr>
            <a:r>
              <a:t>Customer Support Improvement: Reduce response times and improve issue resolution.</a:t>
            </a:r>
          </a:p>
          <a:p>
            <a:pPr>
              <a:defRPr sz="2800"/>
            </a:pPr>
            <a:r>
              <a:t>Personalized Offers: Use targeted promotions and loyalty programs.</a:t>
            </a:r>
          </a:p>
          <a:p>
            <a:pPr>
              <a:defRPr sz="2800"/>
            </a:pPr>
            <a:r>
              <a:t>Early Warning Systems: Monitor signs of churn and act promptly.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800"/>
            </a:pPr>
            <a:r>
              <a:rPr dirty="0"/>
              <a:t>Reducing churn improves customer satisfaction, retention, and revenue.</a:t>
            </a:r>
          </a:p>
          <a:p>
            <a:pPr>
              <a:defRPr sz="2800"/>
            </a:pPr>
            <a:r>
              <a:rPr dirty="0"/>
              <a:t>Actionable steps driven by data can provide measurable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6D88A-C2E4-4F67-A471-7B5187929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THANK YOU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6932336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23</TotalTime>
  <Words>633</Words>
  <Application>Microsoft Office PowerPoint</Application>
  <PresentationFormat>On-screen Show (4:3)</PresentationFormat>
  <Paragraphs>56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Ion Boardroom</vt:lpstr>
      <vt:lpstr>Customer Churn Analysis </vt:lpstr>
      <vt:lpstr>Introduction</vt:lpstr>
      <vt:lpstr>Problem Statement</vt:lpstr>
      <vt:lpstr>Key Metrics</vt:lpstr>
      <vt:lpstr>Churn Drivers</vt:lpstr>
      <vt:lpstr>Insights</vt:lpstr>
      <vt:lpstr>Recommendations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subject/>
  <dc:creator/>
  <cp:keywords/>
  <dc:description>generated using python-pptx</dc:description>
  <cp:lastModifiedBy>Admin</cp:lastModifiedBy>
  <cp:revision>5</cp:revision>
  <dcterms:created xsi:type="dcterms:W3CDTF">2013-01-27T09:14:16Z</dcterms:created>
  <dcterms:modified xsi:type="dcterms:W3CDTF">2024-12-11T05:25:09Z</dcterms:modified>
  <cp:category/>
</cp:coreProperties>
</file>